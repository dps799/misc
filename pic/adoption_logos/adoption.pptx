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2"/>
  </p:normalViewPr>
  <p:slideViewPr>
    <p:cSldViewPr snapToGrid="0">
      <p:cViewPr>
        <p:scale>
          <a:sx n="85" d="100"/>
          <a:sy n="85" d="100"/>
        </p:scale>
        <p:origin x="1616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CEA6F-B0B4-1A29-AA93-279416BA8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690A0A-D9A8-7A9B-B8A3-A64FE62E2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66DF63-2F52-0BD6-7C9B-11F03CBF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D9CB0A-832F-8F38-2F52-82A88DC0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7B7AC-682E-58BE-4B63-9ABEBBEA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179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8E49A-E794-245C-F8DC-E88121EB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FD772B-E7EE-39AA-428C-EC02AE40C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5F2E69-32C0-3A14-4F7A-1B74FEEAA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928DC-2F83-A8B5-4BC1-0166A1D1F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28860F-9C66-97EA-AFFE-B77E072C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95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11C8C-6B13-0AAE-341F-C64BAD86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CC0195-FC1A-C7CE-BC9D-BDB11536D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B100B2-D221-9B18-BB4D-5AE523572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730C21-F168-DE0B-7D6B-EE958A4F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26202F-040C-3463-DB47-AB781F90A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3259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9AA61-F4B0-3394-D3E2-108FECB3C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2FCEED-1973-E6CB-262D-AAD57F7BA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DB364B-FED2-4810-80D7-26A230CD0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D866F2-94D0-8DC1-33DA-D11EAAAA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2F63A8-4731-AB70-F7E4-EB7299C0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1383CC-6478-D6F4-ECA3-9A13C369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369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4041A-0FB9-914B-4D15-17FB571F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43E2BB-1A94-E8B2-7C33-779F3BB8A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3E5A22-B1D1-B21E-EE0C-7DED16E45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EF7BF5-9FAF-C5B9-48B5-52E978B02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D2542E-5317-E5B3-3066-D72D2C5F7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A5AA13-87CA-F885-0AD1-858E9126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B414F4-DC58-8140-0C09-3FEBF02D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1FD93F-18AA-DF17-0F9A-8673E927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9486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048F0-07EE-63D6-9686-A0F6384E6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48930D-8703-13C2-E186-EBE8DD85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A29E58-BA0F-0600-28DC-61930F24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619965-B034-E2A9-92D7-9F2BA00B0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55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12E573-0D1A-3D7F-51FD-FFA2E8B9D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8326FF-9961-DDD7-9D38-B34248CF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9A3F4C-9902-2110-37CF-E2A765E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069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ED4AA-5C34-1D54-6EFD-16F7C902B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6FBC01-BA0B-9368-680A-9BB71DF89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6B65FE-338D-F2FF-6D28-803AF3ED7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C95435-A2A8-D38B-A92D-E932C65D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5C390F-C328-7092-6137-BE910D30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CC7E3A-348D-D997-0EFF-515EFECB2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191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8A0A8-1E85-DC8E-7C9D-AE44895B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32B8B7-A72F-8A28-ABDA-0A199D1F8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26A4D6-E3F9-AEF7-6BB8-CDB9986E3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368A8C-D183-678F-77E2-155DB30AD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4B068E-787F-3D5C-3D28-56C162302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65D7EB-7815-E6BB-CEFF-F3E7C8FE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131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A0480-9387-DF77-4672-8A6C61CE7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5630EA-5B1B-C896-0F35-597848036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2A1E32-A226-4CC6-CDE1-E27BEB49C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9AE763-F3AB-8AC3-9CE3-EBCF7ACE0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3A0EEE-EFEC-C27E-D424-3ACE8ADDC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303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D2DCD4C-9D6C-3126-9B8A-0EEB45A79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3E9575-C572-3EA0-3346-6F918E596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B8466C-45EB-65A9-EC0B-A4D7158E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633CA-D035-2EA0-E05D-F1FB3B99D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E06E7E-B337-23A5-E41E-644A9AA9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45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97EA64-3927-70FB-A6B7-843A8018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502E77-B73A-EAFE-C47A-86515422B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8F83C0-4758-DB53-8B93-EC801DB7E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19A9B-EC2C-F046-AB6F-3B9C9A28D3EB}" type="datetimeFigureOut">
              <a:rPr kumimoji="1" lang="zh-CN" altLang="en-US" smtClean="0"/>
              <a:t>2026/3/20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87786-F022-CBC8-F31C-1D516E56B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A810B-7FCC-EB8C-6167-B1B54A8CF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9DDED-81CE-E441-B18A-59746423C5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5992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EB0309D-8104-200B-9E07-E367F7E9A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414" y="509732"/>
            <a:ext cx="1735715" cy="54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F80977-A2D8-62DB-7DA9-8D1C935F8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825" y="509732"/>
            <a:ext cx="603530" cy="54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786DBC9-111F-9FB1-46A9-32113F806B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58" t="35109" r="11841" b="37063"/>
          <a:stretch>
            <a:fillRect/>
          </a:stretch>
        </p:blipFill>
        <p:spPr>
          <a:xfrm>
            <a:off x="2487189" y="509732"/>
            <a:ext cx="2844374" cy="54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2A720D6-E24D-C300-69B3-9BED89135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446" y="509732"/>
            <a:ext cx="1759355" cy="540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3C43218-0962-6866-FA66-9214F47D21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1844" y="509732"/>
            <a:ext cx="1871866" cy="540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2102840-5AA3-83DC-2EA8-C1E2A255BA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128" y="509732"/>
            <a:ext cx="208421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02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2026-03-20T05:53:04Z</dcterms:created>
  <dcterms:modified xsi:type="dcterms:W3CDTF">2026-03-20T06:07:00Z</dcterms:modified>
</cp:coreProperties>
</file>